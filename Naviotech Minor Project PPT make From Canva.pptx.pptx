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MT" charset="1" panose="02030502070405020303"/>
      <p:regular r:id="rId17"/>
    </p:embeddedFont>
    <p:embeddedFont>
      <p:font typeface="Canva Sans" charset="1" panose="020B0503030501040103"/>
      <p:regular r:id="rId18"/>
    </p:embeddedFont>
    <p:embeddedFont>
      <p:font typeface="Shrikhand" charset="1" panose="02000000000000000000"/>
      <p:regular r:id="rId19"/>
    </p:embeddedFont>
    <p:embeddedFont>
      <p:font typeface="Lora Bold" charset="1" panose="00000800000000000000"/>
      <p:regular r:id="rId20"/>
    </p:embeddedFont>
    <p:embeddedFont>
      <p:font typeface="Montaser Arabic" charset="1" panose="00000500000000000000"/>
      <p:regular r:id="rId21"/>
    </p:embeddedFont>
    <p:embeddedFont>
      <p:font typeface="Lora" charset="1" panose="00000500000000000000"/>
      <p:regular r:id="rId22"/>
    </p:embeddedFont>
    <p:embeddedFont>
      <p:font typeface="Canva Sans Bold" charset="1" panose="020B0803030501040103"/>
      <p:regular r:id="rId23"/>
    </p:embeddedFont>
    <p:embeddedFont>
      <p:font typeface="Times New Roman Bold" charset="1" panose="02020803070505020304"/>
      <p:regular r:id="rId24"/>
    </p:embeddedFont>
    <p:embeddedFont>
      <p:font typeface="Bricolage Grotesque Bold" charset="1" panose="020B0605040402000204"/>
      <p:regular r:id="rId25"/>
    </p:embeddedFont>
    <p:embeddedFont>
      <p:font typeface="Times New Roman MT Bold" charset="1" panose="02030802070405020303"/>
      <p:regular r:id="rId26"/>
    </p:embeddedFont>
    <p:embeddedFont>
      <p:font typeface="Montaser Arabic Bold" charset="1" panose="00000800000000000000"/>
      <p:regular r:id="rId27"/>
    </p:embeddedFont>
    <p:embeddedFont>
      <p:font typeface="Futura Display" charset="1" panose="020B0504050904050C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-391687"/>
            <a:ext cx="14889763" cy="225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17"/>
              </a:lnSpc>
            </a:pPr>
            <a:r>
              <a:rPr lang="en-US" sz="1179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Naviotech Solutions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74266" y="3802875"/>
            <a:ext cx="11876580" cy="91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Internship Domain: Web Development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537" y="4972050"/>
            <a:ext cx="10051428" cy="91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Organization: Naviotech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19421" y="2375592"/>
            <a:ext cx="6982892" cy="91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4898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Minor Project Report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05400" y="7314562"/>
            <a:ext cx="6963966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Submitted By: Ishant Lingwal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70293"/>
            <a:ext cx="12844891" cy="183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ABSTRACT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132358" y="9163050"/>
            <a:ext cx="4023293" cy="5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295" y="3815829"/>
            <a:ext cx="17841411" cy="357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</a:pPr>
            <a:r>
              <a:rPr lang="en-US" sz="335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This project focuses on the development of a Task Manager Web Application that helps users manage daily tasks efficiently.</a:t>
            </a:r>
          </a:p>
          <a:p>
            <a:pPr algn="ctr">
              <a:lnSpc>
                <a:spcPts val="4696"/>
              </a:lnSpc>
            </a:pPr>
            <a:r>
              <a:rPr lang="en-US" sz="335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Users can register, log in, add tasks with deadlines, mark tasks as completed, and delete tasks.</a:t>
            </a:r>
          </a:p>
          <a:p>
            <a:pPr algn="ctr">
              <a:lnSpc>
                <a:spcPts val="4696"/>
              </a:lnSpc>
            </a:pPr>
            <a:r>
              <a:rPr lang="en-US" sz="335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The application is developed using basic web technologies and follows a client-server architecture, providing hands-on experience in full-stack web development.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7136435" y="2631367"/>
            <a:ext cx="17841411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Content: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32358" y="9166403"/>
            <a:ext cx="4023293" cy="5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-8849"/>
            <a:ext cx="18288000" cy="16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Goals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2755" y="1398641"/>
            <a:ext cx="17396165" cy="841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90272" indent="-296757" lvl="2">
              <a:lnSpc>
                <a:spcPts val="9192"/>
              </a:lnSpc>
              <a:buFont typeface="Arial"/>
              <a:buChar char="⚬"/>
            </a:pPr>
            <a:r>
              <a:rPr lang="en-US" sz="3894" spc="-2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design and develop a web-based task management application</a:t>
            </a:r>
          </a:p>
          <a:p>
            <a:pPr algn="ctr" marL="890272" indent="-296757" lvl="2">
              <a:lnSpc>
                <a:spcPts val="9192"/>
              </a:lnSpc>
              <a:buFont typeface="Arial"/>
              <a:buChar char="⚬"/>
            </a:pPr>
            <a:r>
              <a:rPr lang="en-US" sz="3894" spc="-2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allow users to register and log in securely</a:t>
            </a:r>
          </a:p>
          <a:p>
            <a:pPr algn="ctr" marL="890272" indent="-296757" lvl="2">
              <a:lnSpc>
                <a:spcPts val="9192"/>
              </a:lnSpc>
              <a:buFont typeface="Arial"/>
              <a:buChar char="⚬"/>
            </a:pPr>
            <a:r>
              <a:rPr lang="en-US" sz="3894" spc="-2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enable users to add, view, update, and delete tasks</a:t>
            </a:r>
          </a:p>
          <a:p>
            <a:pPr algn="ctr" marL="890272" indent="-296757" lvl="2">
              <a:lnSpc>
                <a:spcPts val="9192"/>
              </a:lnSpc>
              <a:buFont typeface="Arial"/>
              <a:buChar char="⚬"/>
            </a:pPr>
            <a:r>
              <a:rPr lang="en-US" sz="3894" spc="-2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manage tasks with deadlines and completion status</a:t>
            </a:r>
          </a:p>
          <a:p>
            <a:pPr algn="ctr" marL="890272" indent="-296757" lvl="2">
              <a:lnSpc>
                <a:spcPts val="9192"/>
              </a:lnSpc>
              <a:buFont typeface="Arial"/>
              <a:buChar char="⚬"/>
            </a:pPr>
            <a:r>
              <a:rPr lang="en-US" sz="3894" spc="-26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understand frontend–backend interaction using Node.js</a:t>
            </a:r>
          </a:p>
          <a:p>
            <a:pPr algn="ctr" marL="890272" indent="-296757" lvl="2">
              <a:lnSpc>
                <a:spcPts val="9192"/>
              </a:lnSpc>
            </a:pPr>
          </a:p>
          <a:p>
            <a:pPr algn="ctr" marL="890272" indent="-296757" lvl="2">
              <a:lnSpc>
                <a:spcPts val="9192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07699" y="41834"/>
            <a:ext cx="17709337" cy="180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2"/>
              </a:lnSpc>
            </a:pPr>
            <a:r>
              <a:rPr lang="en-US" sz="7923" u="sng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FEATURES OF THE APPLICATION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2358" y="9166403"/>
            <a:ext cx="4023293" cy="5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4224661"/>
            <a:ext cx="17601648" cy="387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22960" indent="-27432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REGISTRATION AND LOGIN SYSTEM</a:t>
            </a:r>
          </a:p>
          <a:p>
            <a:pPr algn="ctr" marL="822960" indent="-27432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 / HIDE PASSWORD OPTION</a:t>
            </a:r>
          </a:p>
          <a:p>
            <a:pPr algn="ctr" marL="822960" indent="-27432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TASKS WITH DEADLINES</a:t>
            </a:r>
          </a:p>
          <a:p>
            <a:pPr algn="ctr" marL="822960" indent="-27432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 TASK PENDING OR COMPLETE</a:t>
            </a:r>
          </a:p>
          <a:p>
            <a:pPr algn="ctr" marL="822960" indent="-27432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DELETE TASKS</a:t>
            </a:r>
          </a:p>
          <a:p>
            <a:pPr algn="ctr" marL="822960" indent="-27432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USER-SPECIFIC TASK MANAGEMENT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307810" y="1033282"/>
            <a:ext cx="18120227" cy="166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1"/>
              </a:lnSpc>
            </a:pPr>
            <a:r>
              <a:rPr lang="en-US" sz="8722" u="sng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TOOLS &amp; TECHNOLOGIES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32358" y="9166403"/>
            <a:ext cx="4023293" cy="5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59581" y="3119971"/>
            <a:ext cx="9585446" cy="6920608"/>
          </a:xfrm>
          <a:custGeom>
            <a:avLst/>
            <a:gdLst/>
            <a:ahLst/>
            <a:cxnLst/>
            <a:rect r="r" b="b" t="t" l="l"/>
            <a:pathLst>
              <a:path h="6920608" w="9585446">
                <a:moveTo>
                  <a:pt x="0" y="0"/>
                </a:moveTo>
                <a:lnTo>
                  <a:pt x="9585445" y="0"/>
                </a:lnTo>
                <a:lnTo>
                  <a:pt x="9585445" y="6920608"/>
                </a:lnTo>
                <a:lnTo>
                  <a:pt x="0" y="6920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6" r="0" b="-46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5025" y="517893"/>
            <a:ext cx="13749738" cy="166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0"/>
              </a:lnSpc>
            </a:pPr>
            <a:r>
              <a:rPr lang="en-US" sz="8722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SYSTEM ARCHITECTURE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2358" y="9166403"/>
            <a:ext cx="4023293" cy="5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2958179"/>
            <a:ext cx="18288000" cy="242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7118" indent="-259039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Task Manager Web Application follows a client-server architecture.</a:t>
            </a:r>
          </a:p>
          <a:p>
            <a:pPr algn="ctr" marL="777118" indent="-259039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The frontend sends HTTP requests to the backend server.</a:t>
            </a:r>
          </a:p>
          <a:p>
            <a:pPr algn="ctr" marL="777118" indent="-259039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The backend processes requests and stores user-specific data in a JSON file.</a:t>
            </a:r>
          </a:p>
          <a:p>
            <a:pPr algn="ctr" marL="777118" indent="-259039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Each user has a separate task list ensuring proper data handling.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5848" y="6976558"/>
            <a:ext cx="14652622" cy="91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3"/>
              </a:lnSpc>
            </a:pPr>
            <a:r>
              <a:rPr lang="en-US" sz="490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FRONTEND → BACKEND → JSON DATABASE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1489" y="1629256"/>
            <a:ext cx="14145023" cy="7427763"/>
          </a:xfrm>
          <a:custGeom>
            <a:avLst/>
            <a:gdLst/>
            <a:ahLst/>
            <a:cxnLst/>
            <a:rect r="r" b="b" t="t" l="l"/>
            <a:pathLst>
              <a:path h="7427763" w="14145023">
                <a:moveTo>
                  <a:pt x="0" y="0"/>
                </a:moveTo>
                <a:lnTo>
                  <a:pt x="14145022" y="0"/>
                </a:lnTo>
                <a:lnTo>
                  <a:pt x="14145022" y="7427762"/>
                </a:lnTo>
                <a:lnTo>
                  <a:pt x="0" y="7427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43820" y="1412262"/>
            <a:ext cx="14000359" cy="7572423"/>
            <a:chOff x="0" y="0"/>
            <a:chExt cx="18667146" cy="100965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67149" cy="10096565"/>
            </a:xfrm>
            <a:custGeom>
              <a:avLst/>
              <a:gdLst/>
              <a:ahLst/>
              <a:cxnLst/>
              <a:rect r="r" b="b" t="t" l="l"/>
              <a:pathLst>
                <a:path h="10096565" w="18667149">
                  <a:moveTo>
                    <a:pt x="0" y="0"/>
                  </a:moveTo>
                  <a:lnTo>
                    <a:pt x="18667149" y="0"/>
                  </a:lnTo>
                  <a:lnTo>
                    <a:pt x="18667149" y="10096565"/>
                  </a:lnTo>
                  <a:lnTo>
                    <a:pt x="0" y="100965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8667146" cy="10172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5598"/>
                </a:lnSpc>
              </a:pPr>
            </a:p>
            <a:p>
              <a:pPr algn="just" marL="914273" indent="-304758" lvl="2">
                <a:lnSpc>
                  <a:spcPts val="5598"/>
                </a:lnSpc>
                <a:buFont typeface="Arial"/>
                <a:buChar char="⚬"/>
              </a:pPr>
              <a:r>
                <a:rPr lang="en-US" sz="3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Authentication</a:t>
              </a:r>
            </a:p>
            <a:p>
              <a:pPr algn="just" marL="914273" indent="-304758" lvl="2">
                <a:lnSpc>
                  <a:spcPts val="5598"/>
                </a:lnSpc>
                <a:buFont typeface="Arial"/>
                <a:buChar char="⚬"/>
              </a:pPr>
              <a:r>
                <a:rPr lang="en-US" sz="3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Users register using username and password</a:t>
              </a:r>
            </a:p>
            <a:p>
              <a:pPr algn="just" marL="914273" indent="-304758" lvl="2">
                <a:lnSpc>
                  <a:spcPts val="5598"/>
                </a:lnSpc>
                <a:buFont typeface="Arial"/>
                <a:buChar char="⚬"/>
              </a:pPr>
              <a:r>
                <a:rPr lang="en-US" sz="3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Login credentials are verified before access</a:t>
              </a:r>
            </a:p>
            <a:p>
              <a:pPr algn="just" marL="914273" indent="-304758" lvl="2">
                <a:lnSpc>
                  <a:spcPts val="5598"/>
                </a:lnSpc>
                <a:buFont typeface="Arial"/>
                <a:buChar char="⚬"/>
              </a:pPr>
              <a:r>
                <a:rPr lang="en-US" sz="3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Task Management</a:t>
              </a:r>
            </a:p>
            <a:p>
              <a:pPr algn="just" marL="914273" indent="-304758" lvl="2">
                <a:lnSpc>
                  <a:spcPts val="5598"/>
                </a:lnSpc>
                <a:buFont typeface="Arial"/>
                <a:buChar char="⚬"/>
              </a:pPr>
              <a:r>
                <a:rPr lang="en-US" sz="3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Add new tasks with deadlines</a:t>
              </a:r>
            </a:p>
            <a:p>
              <a:pPr algn="just" marL="914273" indent="-304758" lvl="2">
                <a:lnSpc>
                  <a:spcPts val="5598"/>
                </a:lnSpc>
                <a:buFont typeface="Arial"/>
                <a:buChar char="⚬"/>
              </a:pPr>
              <a:r>
                <a:rPr lang="en-US" sz="3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View task list</a:t>
              </a:r>
            </a:p>
            <a:p>
              <a:pPr algn="just" marL="914273" indent="-304758" lvl="2">
                <a:lnSpc>
                  <a:spcPts val="5598"/>
                </a:lnSpc>
                <a:buFont typeface="Arial"/>
                <a:buChar char="⚬"/>
              </a:pPr>
              <a:r>
                <a:rPr lang="en-US" sz="3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Mark tasks as completed</a:t>
              </a:r>
            </a:p>
            <a:p>
              <a:pPr algn="just" marL="914273" indent="-304758" lvl="2">
                <a:lnSpc>
                  <a:spcPts val="5598"/>
                </a:lnSpc>
                <a:buFont typeface="Arial"/>
                <a:buChar char="⚬"/>
              </a:pPr>
              <a:r>
                <a:rPr lang="en-US" sz="39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Delete tasks</a:t>
              </a:r>
            </a:p>
            <a:p>
              <a:pPr algn="just" marL="914273" indent="-304758" lvl="2">
                <a:lnSpc>
                  <a:spcPts val="559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32358" y="9166403"/>
            <a:ext cx="4023293" cy="5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55646" y="442274"/>
            <a:ext cx="6430240" cy="88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-189853"/>
            <a:ext cx="18288000" cy="121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to</a:t>
            </a:r>
            <a:r>
              <a:rPr lang="en-US" b="true" sz="64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Run the Application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607909"/>
            <a:ext cx="18288000" cy="659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14721" indent="-507360" lvl="1">
              <a:lnSpc>
                <a:spcPts val="6579"/>
              </a:lnSpc>
              <a:spcBef>
                <a:spcPct val="0"/>
              </a:spcBef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Install N</a:t>
            </a:r>
            <a:r>
              <a:rPr lang="en-US" sz="4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ode.js on the system</a:t>
            </a:r>
          </a:p>
          <a:p>
            <a:pPr algn="ctr" marL="1014721" indent="-507360" lvl="1">
              <a:lnSpc>
                <a:spcPts val="6579"/>
              </a:lnSpc>
              <a:spcBef>
                <a:spcPct val="0"/>
              </a:spcBef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Download and extract the project files</a:t>
            </a:r>
          </a:p>
          <a:p>
            <a:pPr algn="ctr" marL="1014721" indent="-507360" lvl="1">
              <a:lnSpc>
                <a:spcPts val="6579"/>
              </a:lnSpc>
              <a:spcBef>
                <a:spcPct val="0"/>
              </a:spcBef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 the project folder in Command Prompt / Terminal</a:t>
            </a:r>
          </a:p>
          <a:p>
            <a:pPr algn="ctr" marL="1014721" indent="-507360" lvl="1">
              <a:lnSpc>
                <a:spcPts val="6579"/>
              </a:lnSpc>
              <a:spcBef>
                <a:spcPct val="0"/>
              </a:spcBef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Start the backend server using the command:</a:t>
            </a:r>
          </a:p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node .\server.js</a:t>
            </a:r>
          </a:p>
          <a:p>
            <a:pPr algn="ctr" marL="1014721" indent="-507360" lvl="1">
              <a:lnSpc>
                <a:spcPts val="6579"/>
              </a:lnSpc>
              <a:spcBef>
                <a:spcPct val="0"/>
              </a:spcBef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Server starts running on localhost</a:t>
            </a:r>
          </a:p>
          <a:p>
            <a:pPr algn="ctr" marL="1014721" indent="-507360" lvl="1">
              <a:lnSpc>
                <a:spcPts val="6579"/>
              </a:lnSpc>
              <a:spcBef>
                <a:spcPct val="0"/>
              </a:spcBef>
              <a:buFont typeface="Arial"/>
              <a:buChar char="•"/>
            </a:pPr>
            <a:r>
              <a:rPr lang="en-US" sz="4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 a web browser to access the application</a:t>
            </a:r>
          </a:p>
          <a:p>
            <a:pPr algn="ctr">
              <a:lnSpc>
                <a:spcPts val="65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9819" y="3959529"/>
            <a:ext cx="7496288" cy="3150549"/>
          </a:xfrm>
          <a:custGeom>
            <a:avLst/>
            <a:gdLst/>
            <a:ahLst/>
            <a:cxnLst/>
            <a:rect r="r" b="b" t="t" l="l"/>
            <a:pathLst>
              <a:path h="3150549" w="7496288">
                <a:moveTo>
                  <a:pt x="0" y="0"/>
                </a:moveTo>
                <a:lnTo>
                  <a:pt x="7496288" y="0"/>
                </a:lnTo>
                <a:lnTo>
                  <a:pt x="7496288" y="3150550"/>
                </a:lnTo>
                <a:lnTo>
                  <a:pt x="0" y="3150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87433" y="4016096"/>
            <a:ext cx="7907514" cy="3076226"/>
          </a:xfrm>
          <a:custGeom>
            <a:avLst/>
            <a:gdLst/>
            <a:ahLst/>
            <a:cxnLst/>
            <a:rect r="r" b="b" t="t" l="l"/>
            <a:pathLst>
              <a:path h="3076226" w="7907514">
                <a:moveTo>
                  <a:pt x="0" y="0"/>
                </a:moveTo>
                <a:lnTo>
                  <a:pt x="7907514" y="0"/>
                </a:lnTo>
                <a:lnTo>
                  <a:pt x="7907514" y="3076226"/>
                </a:lnTo>
                <a:lnTo>
                  <a:pt x="0" y="30762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3931244"/>
            <a:ext cx="7794384" cy="3104512"/>
            <a:chOff x="0" y="0"/>
            <a:chExt cx="10392512" cy="41393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92507" cy="4139345"/>
            </a:xfrm>
            <a:custGeom>
              <a:avLst/>
              <a:gdLst/>
              <a:ahLst/>
              <a:cxnLst/>
              <a:rect r="r" b="b" t="t" l="l"/>
              <a:pathLst>
                <a:path h="4139345" w="10392507">
                  <a:moveTo>
                    <a:pt x="0" y="0"/>
                  </a:moveTo>
                  <a:lnTo>
                    <a:pt x="10392507" y="0"/>
                  </a:lnTo>
                  <a:lnTo>
                    <a:pt x="10392507" y="4139345"/>
                  </a:lnTo>
                  <a:lnTo>
                    <a:pt x="0" y="4139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392512" cy="4186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617096" indent="-205699" lvl="2">
                <a:lnSpc>
                  <a:spcPts val="3779"/>
                </a:lnSpc>
                <a:buFont typeface="Arial"/>
                <a:buChar char="⚬"/>
              </a:pPr>
              <a:r>
                <a:rPr lang="en-US" b="true" sz="2699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Handling case-sensitive usernames</a:t>
              </a:r>
            </a:p>
            <a:p>
              <a:pPr algn="ctr" marL="617096" indent="-205699" lvl="2">
                <a:lnSpc>
                  <a:spcPts val="3779"/>
                </a:lnSpc>
                <a:buFont typeface="Arial"/>
                <a:buChar char="⚬"/>
              </a:pPr>
              <a:r>
                <a:rPr lang="en-US" b="true" sz="2699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Debugging frontend-backend communication</a:t>
              </a:r>
            </a:p>
            <a:p>
              <a:pPr algn="ctr" marL="617096" indent="-205699" lvl="2">
                <a:lnSpc>
                  <a:spcPts val="3779"/>
                </a:lnSpc>
                <a:buFont typeface="Arial"/>
                <a:buChar char="⚬"/>
              </a:pPr>
              <a:r>
                <a:rPr lang="en-US" b="true" sz="2699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Managing JSON file errors</a:t>
              </a:r>
            </a:p>
            <a:p>
              <a:pPr algn="ctr" marL="617096" indent="-205699" lvl="2">
                <a:lnSpc>
                  <a:spcPts val="37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32358" y="9166403"/>
            <a:ext cx="4023293" cy="5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03110" y="685800"/>
            <a:ext cx="10281780" cy="166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92"/>
              </a:lnSpc>
            </a:pPr>
            <a:r>
              <a:rPr lang="en-US" sz="8709">
                <a:solidFill>
                  <a:srgbClr val="000000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RESULTS &amp; CHALLENGES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3156" y="4260066"/>
            <a:ext cx="6929609" cy="252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APPLICATION PERFORMS ALL TASK OPERATIONS SUCCESSFULLY</a:t>
            </a:r>
          </a:p>
          <a:p>
            <a:pPr algn="ctr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User data is stored and handled properly</a:t>
            </a:r>
          </a:p>
          <a:p>
            <a:pPr algn="ctr" marL="548640" indent="-182880" lvl="2">
              <a:lnSpc>
                <a:spcPts val="3358"/>
              </a:lnSpc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Clean and simple user interface</a:t>
            </a:r>
          </a:p>
          <a:p>
            <a:pPr algn="ctr" marL="548640" indent="-182880" lvl="2">
              <a:lnSpc>
                <a:spcPts val="3358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3392" y="124435"/>
            <a:ext cx="16635908" cy="150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92"/>
              </a:lnSpc>
            </a:pPr>
            <a:r>
              <a:rPr lang="en-US" sz="79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CONCLUSION &amp; FUTURE SCOPE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4030" y="2274071"/>
            <a:ext cx="17374631" cy="7229680"/>
          </a:xfrm>
          <a:custGeom>
            <a:avLst/>
            <a:gdLst/>
            <a:ahLst/>
            <a:cxnLst/>
            <a:rect r="r" b="b" t="t" l="l"/>
            <a:pathLst>
              <a:path h="7229680" w="17374631">
                <a:moveTo>
                  <a:pt x="0" y="0"/>
                </a:moveTo>
                <a:lnTo>
                  <a:pt x="17374632" y="0"/>
                </a:lnTo>
                <a:lnTo>
                  <a:pt x="17374632" y="7229681"/>
                </a:lnTo>
                <a:lnTo>
                  <a:pt x="0" y="7229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16776" y="2219820"/>
            <a:ext cx="17049140" cy="7121185"/>
            <a:chOff x="0" y="0"/>
            <a:chExt cx="22732187" cy="94949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32192" cy="9494913"/>
            </a:xfrm>
            <a:custGeom>
              <a:avLst/>
              <a:gdLst/>
              <a:ahLst/>
              <a:cxnLst/>
              <a:rect r="r" b="b" t="t" l="l"/>
              <a:pathLst>
                <a:path h="9494913" w="22732192">
                  <a:moveTo>
                    <a:pt x="0" y="0"/>
                  </a:moveTo>
                  <a:lnTo>
                    <a:pt x="22732192" y="0"/>
                  </a:lnTo>
                  <a:lnTo>
                    <a:pt x="22732192" y="9494913"/>
                  </a:lnTo>
                  <a:lnTo>
                    <a:pt x="0" y="94949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732187" cy="955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8"/>
                </a:lnSpc>
              </a:pPr>
              <a:r>
                <a:rPr lang="en-US" sz="2899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The Task Manager Web Application fulfills all the requirements of a minor internship project.</a:t>
              </a:r>
            </a:p>
            <a:p>
              <a:pPr algn="ctr">
                <a:lnSpc>
                  <a:spcPts val="4058"/>
                </a:lnSpc>
              </a:pPr>
              <a:r>
                <a:rPr lang="en-US" sz="2899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It demonstrates understanding of frontend and backend development and task management.</a:t>
              </a:r>
            </a:p>
            <a:p>
              <a:pPr algn="ctr">
                <a:lnSpc>
                  <a:spcPts val="5878"/>
                </a:lnSpc>
              </a:pPr>
              <a:r>
                <a:rPr lang="en-US" sz="4198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Its future scope are Below:-</a:t>
              </a:r>
            </a:p>
            <a:p>
              <a:pPr algn="ctr">
                <a:lnSpc>
                  <a:spcPts val="5879"/>
                </a:lnSpc>
              </a:pPr>
            </a:p>
            <a:p>
              <a:pPr algn="l" marL="822834" indent="-274278" lvl="2">
                <a:lnSpc>
                  <a:spcPts val="5038"/>
                </a:lnSpc>
                <a:buFont typeface="Arial"/>
                <a:buChar char="⚬"/>
              </a:pPr>
              <a:r>
                <a:rPr lang="en-US" sz="3598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Password encryption</a:t>
              </a:r>
            </a:p>
            <a:p>
              <a:pPr algn="l" marL="822834" indent="-274278" lvl="2">
                <a:lnSpc>
                  <a:spcPts val="5038"/>
                </a:lnSpc>
                <a:buFont typeface="Arial"/>
                <a:buChar char="⚬"/>
              </a:pPr>
              <a:r>
                <a:rPr lang="en-US" sz="3598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Database integration (MySQL / MongoDB)</a:t>
              </a:r>
            </a:p>
            <a:p>
              <a:pPr algn="l" marL="822834" indent="-274278" lvl="2">
                <a:lnSpc>
                  <a:spcPts val="5038"/>
                </a:lnSpc>
                <a:buFont typeface="Arial"/>
                <a:buChar char="⚬"/>
              </a:pPr>
              <a:r>
                <a:rPr lang="en-US" sz="3598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Task priority system</a:t>
              </a:r>
            </a:p>
            <a:p>
              <a:pPr algn="l" marL="822834" indent="-274278" lvl="2">
                <a:lnSpc>
                  <a:spcPts val="5038"/>
                </a:lnSpc>
                <a:buFont typeface="Arial"/>
                <a:buChar char="⚬"/>
              </a:pPr>
              <a:r>
                <a:rPr lang="en-US" sz="3598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Responsive UI design</a:t>
              </a:r>
            </a:p>
            <a:p>
              <a:pPr algn="ctr" marL="662794" indent="-220931" lvl="2">
                <a:lnSpc>
                  <a:spcPts val="4058"/>
                </a:lnSpc>
              </a:pPr>
            </a:p>
            <a:p>
              <a:pPr algn="ctr" marL="662794" indent="-220931" lvl="2">
                <a:lnSpc>
                  <a:spcPts val="2658"/>
                </a:lnSpc>
              </a:pPr>
            </a:p>
            <a:p>
              <a:pPr algn="ctr" marL="662794" indent="-220931" lvl="2">
                <a:lnSpc>
                  <a:spcPts val="2658"/>
                </a:lnSpc>
              </a:pPr>
            </a:p>
            <a:p>
              <a:pPr algn="ctr" marL="662794" indent="-220931" lvl="2">
                <a:lnSpc>
                  <a:spcPts val="2658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32358" y="9166403"/>
            <a:ext cx="4023293" cy="57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09</a:t>
            </a:r>
          </a:p>
        </p:txBody>
      </p:sp>
    </p:spTree>
  </p:cSld>
  <p:clrMapOvr>
    <a:masterClrMapping/>
  </p:clrMapOvr>
  <p:transition spd="slow">
    <p:circl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20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17" y="7388228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0" y="0"/>
                </a:moveTo>
                <a:lnTo>
                  <a:pt x="6809013" y="0"/>
                </a:lnTo>
                <a:lnTo>
                  <a:pt x="68090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9" y="-1196607"/>
            <a:ext cx="6809013" cy="4114800"/>
          </a:xfrm>
          <a:custGeom>
            <a:avLst/>
            <a:gdLst/>
            <a:ahLst/>
            <a:cxnLst/>
            <a:rect r="r" b="b" t="t" l="l"/>
            <a:pathLst>
              <a:path h="4114800" w="6809013">
                <a:moveTo>
                  <a:pt x="680901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3" y="0"/>
                </a:lnTo>
                <a:lnTo>
                  <a:pt x="6809013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32166" y="4391044"/>
            <a:ext cx="11718350" cy="211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DAG8XMqYqd8</dc:identifier>
  <dcterms:modified xsi:type="dcterms:W3CDTF">2011-08-01T06:04:30Z</dcterms:modified>
  <cp:revision>1</cp:revision>
  <dc:title>Naviotech Minor Project PPT make From Canva.pptx</dc:title>
</cp:coreProperties>
</file>